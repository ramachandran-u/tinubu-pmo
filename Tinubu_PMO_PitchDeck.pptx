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A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2563E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003494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4AC6"/>
                </a:solidFill>
              </a:rPr>
              <a:t>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25880" y="65836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Tinubu PMO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PMO Intelligence</a:t>
            </a:r>
            <a:endParaRPr lang="en-US" sz="5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v3.0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 Zoho exports into real-time workforce analytics,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squad-based views, attendance grids, and compliance tracking.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03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3152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Features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5303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01752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Squad Projects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0" y="5303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52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Offices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89520" y="5303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589520" y="5806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Employees Tracked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PMO is flying blind.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month, your team downloads Excel files from Zoho, manually cross-references data,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builds reports that are outdated by the time they reach leadership.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78892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Real-Time Visibility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are stale the moment the report is emailed. Decisions are based on last month's data.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560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78892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Burnout Goes Undetected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2461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Employees logging 200+ hours are invisible until they submit medical leave or resign.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560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78892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2788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Squad-Level View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32461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project squads across 4 locations — no single view of who is allocated where.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448056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70916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709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4663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is a Guessing Game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Missed timesheets are invisible. Finance can't bill what isn't tracked.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448056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70916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709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0" y="4663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Forecasting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capacity projection means sales commits delivery dates without data backing.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448056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4709160"/>
            <a:ext cx="320040" cy="320040"/>
          </a:xfrm>
          <a:prstGeom prst="ellipse">
            <a:avLst/>
          </a:prstGeom>
          <a:solidFill>
            <a:srgbClr val="BA1A1A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709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0" y="4663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Effort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0" y="5166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PMO spends 2+ days/month building reports instead of acting on insights.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three files. Get everything.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874520"/>
            <a:ext cx="731520" cy="731520"/>
          </a:xfrm>
          <a:prstGeom prst="ellipse">
            <a:avLst/>
          </a:prstGeom>
          <a:solidFill>
            <a:srgbClr val="737686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Zoho Export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Excel files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(Timelog, Attendance,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 Capacity)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2103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11880" y="17373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874520"/>
            <a:ext cx="731520" cy="73152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43484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1188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&amp; Drop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in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seconds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9320" y="2103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92240" y="17373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0" y="1874520"/>
            <a:ext cx="731520" cy="731520"/>
          </a:xfrm>
          <a:prstGeom prst="ellipse">
            <a:avLst/>
          </a:prstGeom>
          <a:solidFill>
            <a:srgbClr val="004AC6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Auto-ETL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Parse, validate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Skye exclusion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69680" y="2103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372600" y="17373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195560" y="1874520"/>
            <a:ext cx="731520" cy="731520"/>
          </a:xfrm>
          <a:prstGeom prst="ellipse">
            <a:avLst/>
          </a:prstGeom>
          <a:solidFill>
            <a:srgbClr val="10B981">
              <a:alpha val="1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019556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7260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Dashboards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37260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30+ analytics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Dept/Squad toggle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40233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1330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6868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KPIs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8680" y="4709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 trends, sparklines, Approval %, designation chart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611880" y="40233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49040" y="41330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7490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Squad Allocation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749040" y="4709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Project-based squads with billable/non-billable split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92240" y="40233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41330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TIMESHEET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62940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 Grid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4709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Employee x day grid with color-coded status cells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372600" y="40233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9760" y="413308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TIMESHEET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50976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Tracker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509760" y="4709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Per-employee missed timesheet days report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1520" y="54864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55961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68680" y="5852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Heatmap Roster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68680" y="6172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Multi-month hours with 5-tier color scale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11880" y="54864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55961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749040" y="5852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PMO Alert Feed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749040" y="6172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Auto-detect overload, bench, and compliance drops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492240" y="54864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55961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629400" y="5852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Burnout Detection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629400" y="6172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 employees &gt;160h for consecutive months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372600" y="54864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509760" y="55961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9509760" y="5852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Dept/Squad Toggle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9509760" y="6172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switch between department and squad views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data chaos to decision clarity.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7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202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to Dashboard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2 days manual reporting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11880" y="1737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7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9202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61188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Squads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3063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squad-level visibility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0" y="1737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7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Endpoints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063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data cut available instantly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72600" y="1737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7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72600" y="19202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93726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Excel Files to Open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72600" y="30632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3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Self-service for every stakeholder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solidFill>
            <a:srgbClr val="F7F9F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CXO / Leadership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summary with approval %, MoM trends, designation breakdown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5001768"/>
            <a:ext cx="10698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017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PMO Director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0" y="50017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 feed + squad allocation + compliance tracker + heatmaps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385816"/>
            <a:ext cx="10698480" cy="365760"/>
          </a:xfrm>
          <a:prstGeom prst="rect">
            <a:avLst/>
          </a:prstGeom>
          <a:solidFill>
            <a:srgbClr val="F7F9FB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38581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Head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538581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Squad-based roster with heatmap + burnout risk flags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5769864"/>
            <a:ext cx="10698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7698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576986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Entity billing + Skye exclusion + non-billable breakdown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6153912"/>
            <a:ext cx="10698480" cy="365760"/>
          </a:xfrm>
          <a:prstGeom prst="rect">
            <a:avLst/>
          </a:prstGeom>
          <a:solidFill>
            <a:srgbClr val="F7F9FB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61539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C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HR / People Ops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840480" y="61539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6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 grid + leave patterns + missed timesheet report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4A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563EB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003494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today.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for tomorrow.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74320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194560" y="26974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30+ features • Squad allocation • Attendance grid • Compliance tracker • Skye exclusion • Dept/Squad toggle • Burnout detection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93192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9319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456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authentication • Project profitability • Dark mode • Data exports • SOW tracking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512064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C084F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1206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94560" y="507492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matrix • Resource optimizer • Automated imports • AI-powered insights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5669280"/>
            <a:ext cx="4114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6692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4A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your PMO transformation today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5806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github.com/Ramachandran-U/tinubu-pmo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Tinubu Innoveo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PMO Intelligence Platform v3.0 — Pitch Deck</dc:subject>
  <dc:creator>Tinubu PMO</dc:creator>
  <cp:lastModifiedBy>Tinubu PMO</cp:lastModifiedBy>
  <cp:revision>1</cp:revision>
  <dcterms:created xsi:type="dcterms:W3CDTF">2026-03-25T20:08:48Z</dcterms:created>
  <dcterms:modified xsi:type="dcterms:W3CDTF">2026-03-25T20:08:48Z</dcterms:modified>
</cp:coreProperties>
</file>