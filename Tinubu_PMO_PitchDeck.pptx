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A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03494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AC6"/>
                </a:solidFill>
              </a:rPr>
              <a:t>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6583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Tinubu PMO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PMO Intelligence</a:t>
            </a:r>
            <a:endParaRPr lang="en-US" sz="5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monthly Zoho exports into real-time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workforce analytics, compliance tracking, and predictive insights.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01752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Entities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0352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Offices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58952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Tracked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PMO is flying blind.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month, your team downloads Excel files from Zoho, manually cross-references data,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builds reports that are outdated by the time they reach leadership.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88920"/>
            <a:ext cx="320040" cy="320040"/>
          </a:xfrm>
          <a:prstGeom prst="ellipse">
            <a:avLst/>
          </a:prstGeom>
          <a:solidFill>
            <a:srgbClr val="BA1A1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Visibility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are stale the moment the report is emailed. Decisions are based on last month's 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56032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788920"/>
            <a:ext cx="320040" cy="320040"/>
          </a:xfrm>
          <a:prstGeom prst="ellipse">
            <a:avLst/>
          </a:prstGeom>
          <a:solidFill>
            <a:srgbClr val="B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Burnout Goes Undetected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logging 200+ hours are invisible until they submit medical leave or resign.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56032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788920"/>
            <a:ext cx="320040" cy="320040"/>
          </a:xfrm>
          <a:prstGeom prst="ellipse">
            <a:avLst/>
          </a:prstGeom>
          <a:solidFill>
            <a:srgbClr val="B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Multi-Entity Blindspot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legal entities across 9 locations — no single view of who is billing what, where.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48056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709160"/>
            <a:ext cx="320040" cy="320040"/>
          </a:xfrm>
          <a:prstGeom prst="ellipse">
            <a:avLst/>
          </a:prstGeom>
          <a:solidFill>
            <a:srgbClr val="B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is a Guessing Game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19% of timesheets are unapproved. Finance can't bill what isn't approved.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448056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709160"/>
            <a:ext cx="320040" cy="320040"/>
          </a:xfrm>
          <a:prstGeom prst="ellipse">
            <a:avLst/>
          </a:prstGeom>
          <a:solidFill>
            <a:srgbClr val="B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Forecasting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51663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capacity projection means sales commits delivery dates without data backing.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448056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4709160"/>
            <a:ext cx="320040" cy="320040"/>
          </a:xfrm>
          <a:prstGeom prst="ellipse">
            <a:avLst/>
          </a:prstGeom>
          <a:solidFill>
            <a:srgbClr val="B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Effort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0" y="51663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PMO spends 2+ days/month building reports instead of acting on insights.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two files. Get everything.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874520"/>
            <a:ext cx="731520" cy="731520"/>
          </a:xfrm>
          <a:prstGeom prst="ellipse">
            <a:avLst/>
          </a:prstGeom>
          <a:solidFill>
            <a:srgbClr val="737686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Zoho Export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Excel files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2103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11880" y="173736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874520"/>
            <a:ext cx="731520" cy="73152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1188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&amp; Drop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in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seconds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2103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173736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0" y="1874520"/>
            <a:ext cx="731520" cy="731520"/>
          </a:xfrm>
          <a:prstGeom prst="ellipse">
            <a:avLst/>
          </a:prstGeom>
          <a:solidFill>
            <a:srgbClr val="004AC6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9224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Auto-ETL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Parse, validate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store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9680" y="2103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372600" y="173736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95560" y="1874520"/>
            <a:ext cx="731520" cy="7315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1955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37260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7260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analytics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8404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9502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6868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KPIs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 trends with sparklines and color-coded thresholds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11880" y="38404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39502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4904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Roster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4904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Multi-month per-employee grid with CSV export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92240" y="38404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39502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UTILIZATION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62940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Funnel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rates tracked across periods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372600" y="38404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0" y="39502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UTILIZATION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50976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 Heatmap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50976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Cross-month utilization % by department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1520" y="5303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4132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6868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Billing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8680" y="5989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Billability comparison across 6 legal entities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11880" y="5303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54132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PMO Alert Feed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749040" y="5989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Auto-detect overload, bench, and compliance drops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92240" y="5303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54132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62940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Burnout Detection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629400" y="5989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employees &gt;160h for consecutive months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372600" y="5303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09760" y="54132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950976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Forecast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509760" y="5989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projection of next month's hours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data chaos to decision clarity.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7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to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2 days manual reporting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17373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7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1188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Visibility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rates tracked in real-time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7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30+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data cut available instantly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72600" y="17373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7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37260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Files to Open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Self-service for every stakeholder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Benefits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CXO / Leadership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One-glance executive summary with MoM trends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001768"/>
            <a:ext cx="10698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001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PMO Director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50017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feed + heatmaps + compliance funnel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385816"/>
            <a:ext cx="10698480" cy="3657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3858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Head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538581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utilization + burnout risk flags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5769864"/>
            <a:ext cx="10698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7698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57698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billing + non-billable breakdown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6153912"/>
            <a:ext cx="10698480" cy="3657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61539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/ People Ops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61539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6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trends + leave patterns + manager scores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A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03494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today.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tomorrow.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4320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26974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analytics features • Upload versioning • Burnout detection • Leave forecast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93192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31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94560" y="38862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authentication • Project profitability • Dark mode • Data exports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9377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12064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C084F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20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94560" y="50749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matrix • Resource optimizer • Automated imports • AI insights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66928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6692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A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your PMO transformation today 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github.com/Ramachandran-U/tinubu-pmo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Tinubu Innoveo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PMO Intelligence Platform — Pitch Deck</dc:subject>
  <dc:creator>Tinubu PMO</dc:creator>
  <cp:lastModifiedBy>Tinubu PMO</cp:lastModifiedBy>
  <cp:revision>1</cp:revision>
  <dcterms:created xsi:type="dcterms:W3CDTF">2026-03-24T21:05:13Z</dcterms:created>
  <dcterms:modified xsi:type="dcterms:W3CDTF">2026-03-24T21:05:13Z</dcterms:modified>
</cp:coreProperties>
</file>